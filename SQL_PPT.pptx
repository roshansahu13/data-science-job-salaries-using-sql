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B018C-B8E6-459C-912F-3C53E266C597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B185C-6476-44E6-9303-569B54565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82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B185C-6476-44E6-9303-569B54565A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332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EC8F-54FE-0D42-2295-C47F81B5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8A363-A37D-7507-DA98-97D544189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AE781-FB2F-35A4-750A-DA7609AE8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1F347-A64E-9C93-B5DC-86D5F8E2D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B185C-6476-44E6-9303-569B54565A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33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8E44-C540-641D-BFA6-A32CF9CE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EF094-484E-83B0-A777-DC11CB550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6E50A-A883-2614-922B-FEB131E46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5EA10-9C35-F42D-D98C-CBCB0BBE3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B185C-6476-44E6-9303-569B54565A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2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80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4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64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0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2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2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8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28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4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954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9717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364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389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10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083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46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9B3CDB6-80C8-4A9B-9B9B-CE10709D95EE}" type="datetimeFigureOut">
              <a:rPr lang="en-IN" smtClean="0"/>
              <a:t>27-06-2025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837E45F-43B0-4EDC-A686-2DB04FB038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650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18E974-FB70-249B-D2AD-C39D19A55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Job Salaries Using SQL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E47C3-C7AF-F16D-4D41-7DB5288391DF}"/>
              </a:ext>
            </a:extLst>
          </p:cNvPr>
          <p:cNvSpPr txBox="1"/>
          <p:nvPr/>
        </p:nvSpPr>
        <p:spPr>
          <a:xfrm>
            <a:off x="8270449" y="5902501"/>
            <a:ext cx="3921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 Roshan Sahu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6A17EA-DDB9-3A95-21DC-C9A3FFB3C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036" y="1617246"/>
            <a:ext cx="6928701" cy="391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848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EF71-37B3-F116-60AC-2C384E20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74B8DC-610D-0FED-B90E-3DC1DE166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B26617-E54B-8A2F-3C3D-3F6D926D032A}"/>
              </a:ext>
            </a:extLst>
          </p:cNvPr>
          <p:cNvSpPr txBox="1"/>
          <p:nvPr/>
        </p:nvSpPr>
        <p:spPr>
          <a:xfrm>
            <a:off x="2754197" y="1894787"/>
            <a:ext cx="72193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salary trends over the years for data science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average salaries across different experience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highest paying job titles in the data science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distribution of employment types in the industry.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remote work trends and their impact over 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94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D2E3-AEF0-DC2B-00F5-E5D649E9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5E1466-03C1-C5BF-9CA4-0C00EC5B3616}"/>
              </a:ext>
            </a:extLst>
          </p:cNvPr>
          <p:cNvSpPr txBox="1"/>
          <p:nvPr/>
        </p:nvSpPr>
        <p:spPr>
          <a:xfrm>
            <a:off x="8880048" y="1955218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176CA-2668-7CA2-7B92-F9F135FD304F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058D0CD-55E5-956C-3479-A6F03B6DDD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92763" y="532190"/>
            <a:ext cx="398728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1. </a:t>
            </a:r>
            <a:r>
              <a:rPr lang="en-US" sz="2000" b="1" dirty="0"/>
              <a:t>Total Number of Jobs in Dataset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7BE843-69F8-C888-1569-403ACB231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93" y="2724052"/>
            <a:ext cx="3067478" cy="14048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7FE256-1FDF-A80B-141D-A3717076B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440" y="2724052"/>
            <a:ext cx="2206555" cy="140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8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99E9-B369-E2C7-8CD0-E7295BC6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B748D3-EF1C-A7D9-435A-A7EBE0850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2. </a:t>
            </a:r>
            <a:r>
              <a:rPr lang="en-US" sz="3600" b="1" dirty="0"/>
              <a:t>List All Unique Job Titles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053F6-C547-F9C8-96E5-63E6BD014645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0BBC-18B9-F253-D989-FEFB4CF1EAEF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77A19-8461-4F7D-C33C-18E6908A8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29" y="2702509"/>
            <a:ext cx="2772162" cy="1452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CBD1EC-B47B-FAE0-802B-CD1A9BC50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827" y="2702509"/>
            <a:ext cx="2772162" cy="14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20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2222-81D2-2750-DD7D-5D70AB07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94F62A-0631-D69B-0D68-B4087D3FD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3. </a:t>
            </a:r>
            <a:r>
              <a:rPr lang="en-US" sz="3600" b="1" dirty="0"/>
              <a:t>Average Salary in USD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CC55A-A6A4-110D-8831-209736188B09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8418-C5D9-6870-E067-80BE6207C85C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FE682B-15B2-71FB-6D8D-4D3D03F0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35" y="2812575"/>
            <a:ext cx="4591691" cy="1261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FA2B61-3F20-DFAB-5FA7-FE6613364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175" y="2812575"/>
            <a:ext cx="4591690" cy="126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4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F94A-A470-D687-8B42-F110D5EF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728E5D-8EB2-9940-7CFD-A7A3A1ED7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4. </a:t>
            </a:r>
            <a:r>
              <a:rPr lang="en-US" sz="3600" b="1" dirty="0"/>
              <a:t>Job Count per Work Year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D0120-C781-F0B2-0FAE-DA83F4E4C8FE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C0A2B-F366-2100-A5C6-A4AEC5DD9812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8250D2-D5A2-E356-380D-085B43156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4" y="2634727"/>
            <a:ext cx="4077269" cy="15339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FAE9F6-4CFB-418B-93B8-20FCE5BB0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778" y="2634263"/>
            <a:ext cx="4077269" cy="153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0D4F-9E05-1246-8410-4D94CDA6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7166BC-3AFD-7283-A277-8CD4916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5. </a:t>
            </a:r>
            <a:r>
              <a:rPr lang="en-US" sz="3600" b="1" dirty="0"/>
              <a:t>Jobs with Fully Remote Work (100%)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11D0F-10F6-B37F-D691-596A24D4B0BB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4A12E-2771-A63C-9ED5-07A67FF87FF4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8FC678-1DDF-52EF-2C40-E8D77B21A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35" y="2766838"/>
            <a:ext cx="3457279" cy="1766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31ED6-0BE9-0157-071A-D6D7DE293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58" y="2755439"/>
            <a:ext cx="3457279" cy="176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43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4429-3347-DC7C-6D4F-B1DDD54D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327EFB-1439-24AA-064C-8BF040E13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6. </a:t>
            </a:r>
            <a:r>
              <a:rPr lang="en-US" sz="3600" b="1" dirty="0"/>
              <a:t>Top 5 Highest Salaries in USD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1C8CD-0ED5-1485-2939-8E8AE9928C7C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6AD9D-F94C-5938-BE23-53D2AD91CDD1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F19FC-B5C7-DA1E-1907-EAD5B6EF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54" y="2778237"/>
            <a:ext cx="3457279" cy="1755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34E18E-8E2B-C745-E8F9-6961349BD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685" y="2778237"/>
            <a:ext cx="3457279" cy="17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4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9457-6D76-3747-9BAF-707913E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D50A83-32CB-E4FA-B225-8F394CC55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7. </a:t>
            </a:r>
            <a:r>
              <a:rPr lang="en-US" sz="3600" b="1" dirty="0"/>
              <a:t>Count of Employees by Experience Level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DBCCC-D4EF-193A-09B6-6C384B8A9D5C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8FB2F-B616-085B-5DB3-90654B9C7621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56FFD7-E937-11F7-FFAD-3BBEED01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74" y="2778237"/>
            <a:ext cx="3457279" cy="1729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92AB47-77C2-488C-D391-B515AF3A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232" y="2778237"/>
            <a:ext cx="3457279" cy="17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0DDB8-7D09-F5CF-C164-2C28808F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D7163D-6D5F-C0B4-1C3F-8B013E5DD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Average Salary by Employment Type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5152C-2BA0-E33C-1ED9-46ADCFD98C1A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3CF1B-E4BC-F6C6-C080-E310741A1BDE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7EC9FA-B076-8A77-0B1C-B6610DC93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41" y="2778237"/>
            <a:ext cx="3457279" cy="17158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A8F061-AC06-F0DE-5632-D32B4CCE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602" y="2778237"/>
            <a:ext cx="3435818" cy="17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6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AD510-F6E7-B2C2-B1C1-C121F63A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BF410F-4FCE-9B30-1A93-317A56CAF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Jobs from United States (US) Only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18336-F734-5EEB-4D01-35E7A90BFE06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0812F-7D39-00E0-85DA-5227E42D34BF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0BAD3C-3680-E5EE-B903-8061A90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41" y="2778237"/>
            <a:ext cx="3457279" cy="17114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4755C7-6345-EAA3-70FB-B52384DDE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818" y="4687728"/>
            <a:ext cx="7701699" cy="122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4474-E5C7-CB18-E7D8-98885B44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790283-9C75-1A96-05AE-2835B51AC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387" y="493834"/>
            <a:ext cx="9144000" cy="754025"/>
          </a:xfrm>
        </p:spPr>
        <p:txBody>
          <a:bodyPr>
            <a:normAutofit fontScale="92500"/>
          </a:bodyPr>
          <a:lstStyle/>
          <a:p>
            <a:pPr algn="ctr"/>
            <a:r>
              <a:rPr lang="en-US" sz="3600" dirty="0"/>
              <a:t>10. </a:t>
            </a:r>
            <a:r>
              <a:rPr lang="en-US" sz="3600" b="1" dirty="0"/>
              <a:t>Job Titles with Salaries Above $100,000 USD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EE990-94BF-0CC6-A91E-996D3467F6DE}"/>
              </a:ext>
            </a:extLst>
          </p:cNvPr>
          <p:cNvSpPr txBox="1"/>
          <p:nvPr/>
        </p:nvSpPr>
        <p:spPr>
          <a:xfrm>
            <a:off x="9464511" y="2139884"/>
            <a:ext cx="242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B2AD5-74C1-4C77-CF6E-9A1C76ECE538}"/>
              </a:ext>
            </a:extLst>
          </p:cNvPr>
          <p:cNvSpPr txBox="1"/>
          <p:nvPr/>
        </p:nvSpPr>
        <p:spPr>
          <a:xfrm>
            <a:off x="1190135" y="1955218"/>
            <a:ext cx="14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Query:-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7898C-B936-7A4C-2A3F-140DDEBD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39" y="2509216"/>
            <a:ext cx="3457279" cy="17096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0B3AE6-3580-7BA3-27A0-6552011B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960" y="2509216"/>
            <a:ext cx="3457279" cy="170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79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3EE9-969D-50B7-A9EB-28B17DB8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781EF71-74F2-462F-4897-95C62DE87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742950"/>
            <a:ext cx="9553575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18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181</TotalTime>
  <Words>187</Words>
  <Application>Microsoft Office PowerPoint</Application>
  <PresentationFormat>Widescreen</PresentationFormat>
  <Paragraphs>45</Paragraphs>
  <Slides>13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  <vt:variant>
        <vt:lpstr>Custom Shows</vt:lpstr>
      </vt:variant>
      <vt:variant>
        <vt:i4>1</vt:i4>
      </vt:variant>
    </vt:vector>
  </HeadingPairs>
  <TitlesOfParts>
    <vt:vector size="20" baseType="lpstr">
      <vt:lpstr>Arial</vt:lpstr>
      <vt:lpstr>Arial Unicode MS</vt:lpstr>
      <vt:lpstr>Calibri</vt:lpstr>
      <vt:lpstr>Corbel</vt:lpstr>
      <vt:lpstr>Times New Roman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sahu</dc:creator>
  <cp:lastModifiedBy>Roshan sahu</cp:lastModifiedBy>
  <cp:revision>6</cp:revision>
  <dcterms:created xsi:type="dcterms:W3CDTF">2025-06-27T09:23:59Z</dcterms:created>
  <dcterms:modified xsi:type="dcterms:W3CDTF">2025-06-27T15:46:17Z</dcterms:modified>
</cp:coreProperties>
</file>